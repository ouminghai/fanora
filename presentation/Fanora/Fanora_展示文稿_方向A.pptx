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7bfa51673641c7" /><Relationship Type="http://schemas.openxmlformats.org/officeDocument/2006/relationships/extended-properties" Target="/docProps/app.xml" Id="R57cb9f4225c44f2c" /><Relationship Type="http://schemas.openxmlformats.org/officeDocument/2006/relationships/officeDocument" Target="/ppt/presentation.xml" Id="R0777e50b8a3348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8ae7f8a4ee4ace"/>
  </p:sldMasterIdLst>
  <p:notesMasterIdLst>
    <p:notesMasterId xmlns:r="http://schemas.openxmlformats.org/officeDocument/2006/relationships" r:id="R2f61016b31b74d87"/>
  </p:notesMasterIdLst>
  <p:sldIdLst>
    <p:sldId xmlns:r="http://schemas.openxmlformats.org/officeDocument/2006/relationships" id="256" r:id="R3003c527d5df4f06"/>
    <p:sldId xmlns:r="http://schemas.openxmlformats.org/officeDocument/2006/relationships" id="257" r:id="Ra1f695d32f6b4731"/>
    <p:sldId xmlns:r="http://schemas.openxmlformats.org/officeDocument/2006/relationships" id="258" r:id="R1cb50db28b5e4a7b"/>
    <p:sldId xmlns:r="http://schemas.openxmlformats.org/officeDocument/2006/relationships" id="259" r:id="Ra37180909d754c77"/>
    <p:sldId xmlns:r="http://schemas.openxmlformats.org/officeDocument/2006/relationships" id="260" r:id="R91b43a2fb3bd4815"/>
    <p:sldId xmlns:r="http://schemas.openxmlformats.org/officeDocument/2006/relationships" id="261" r:id="Rd86f9a289bbf41af"/>
    <p:sldId xmlns:r="http://schemas.openxmlformats.org/officeDocument/2006/relationships" id="262" r:id="R85d740778dd74a2e"/>
    <p:sldId xmlns:r="http://schemas.openxmlformats.org/officeDocument/2006/relationships" id="263" r:id="R968ea0c2fbf94f1f"/>
    <p:sldId xmlns:r="http://schemas.openxmlformats.org/officeDocument/2006/relationships" id="264" r:id="R93116fc5c25848d8"/>
    <p:sldId xmlns:r="http://schemas.openxmlformats.org/officeDocument/2006/relationships" id="265" r:id="R9867643a3c8e4fd8"/>
    <p:sldId xmlns:r="http://schemas.openxmlformats.org/officeDocument/2006/relationships" id="266" r:id="Rbe3a0604516c4579"/>
    <p:sldId xmlns:r="http://schemas.openxmlformats.org/officeDocument/2006/relationships" id="267" r:id="R0ce1d7fb2c044052"/>
    <p:sldId xmlns:r="http://schemas.openxmlformats.org/officeDocument/2006/relationships" id="268" r:id="R9d2cd4ee21ad420e"/>
    <p:sldId xmlns:r="http://schemas.openxmlformats.org/officeDocument/2006/relationships" id="269" r:id="R1e55053e373847d8"/>
    <p:sldId xmlns:r="http://schemas.openxmlformats.org/officeDocument/2006/relationships" id="270" r:id="R074b69fe4f624322"/>
    <p:sldId xmlns:r="http://schemas.openxmlformats.org/officeDocument/2006/relationships" id="271" r:id="Ra9a25896993c424e"/>
    <p:sldId xmlns:r="http://schemas.openxmlformats.org/officeDocument/2006/relationships" id="272" r:id="R8506fb9d50494c9b"/>
    <p:sldId xmlns:r="http://schemas.openxmlformats.org/officeDocument/2006/relationships" id="273" r:id="R0ae2806893c247d1"/>
    <p:sldId xmlns:r="http://schemas.openxmlformats.org/officeDocument/2006/relationships" id="274" r:id="Rcf6b04f1b7704945"/>
    <p:sldId xmlns:r="http://schemas.openxmlformats.org/officeDocument/2006/relationships" id="275" r:id="Rbe225f1907bb46aa"/>
    <p:sldId xmlns:r="http://schemas.openxmlformats.org/officeDocument/2006/relationships" id="276" r:id="R5fff2ecb406f453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5b822d0e694ed9" /><Relationship Type="http://schemas.openxmlformats.org/officeDocument/2006/relationships/slideMaster" Target="/ppt/slideMasters/slideMaster1.xml" Id="R598ae7f8a4ee4ace" /><Relationship Type="http://schemas.openxmlformats.org/officeDocument/2006/relationships/notesMaster" Target="/ppt/notesMasters/notesMaster1.xml" Id="R2f61016b31b74d87" /><Relationship Type="http://schemas.openxmlformats.org/officeDocument/2006/relationships/presProps" Target="/ppt/presProps.xml" Id="R64cb5953320b4ac6" /><Relationship Type="http://schemas.openxmlformats.org/officeDocument/2006/relationships/tableStyles" Target="/ppt/tableStyles.xml" Id="R9c6744b5d4754b89" /><Relationship Type="http://schemas.openxmlformats.org/officeDocument/2006/relationships/slide" Target="/ppt/slides/slide1.xml" Id="R3003c527d5df4f06" /><Relationship Type="http://schemas.openxmlformats.org/officeDocument/2006/relationships/slide" Target="/ppt/slides/slide2.xml" Id="Ra1f695d32f6b4731" /><Relationship Type="http://schemas.openxmlformats.org/officeDocument/2006/relationships/slide" Target="/ppt/slides/slide3.xml" Id="R1cb50db28b5e4a7b" /><Relationship Type="http://schemas.openxmlformats.org/officeDocument/2006/relationships/slide" Target="/ppt/slides/slide4.xml" Id="Ra37180909d754c77" /><Relationship Type="http://schemas.openxmlformats.org/officeDocument/2006/relationships/slide" Target="/ppt/slides/slide5.xml" Id="R91b43a2fb3bd4815" /><Relationship Type="http://schemas.openxmlformats.org/officeDocument/2006/relationships/slide" Target="/ppt/slides/slide6.xml" Id="Rd86f9a289bbf41af" /><Relationship Type="http://schemas.openxmlformats.org/officeDocument/2006/relationships/slide" Target="/ppt/slides/slide7.xml" Id="R85d740778dd74a2e" /><Relationship Type="http://schemas.openxmlformats.org/officeDocument/2006/relationships/slide" Target="/ppt/slides/slide8.xml" Id="R968ea0c2fbf94f1f" /><Relationship Type="http://schemas.openxmlformats.org/officeDocument/2006/relationships/slide" Target="/ppt/slides/slide9.xml" Id="R93116fc5c25848d8" /><Relationship Type="http://schemas.openxmlformats.org/officeDocument/2006/relationships/slide" Target="/ppt/slides/slide10.xml" Id="R9867643a3c8e4fd8" /><Relationship Type="http://schemas.openxmlformats.org/officeDocument/2006/relationships/slide" Target="/ppt/slides/slide11.xml" Id="Rbe3a0604516c4579" /><Relationship Type="http://schemas.openxmlformats.org/officeDocument/2006/relationships/slide" Target="/ppt/slides/slide12.xml" Id="R0ce1d7fb2c044052" /><Relationship Type="http://schemas.openxmlformats.org/officeDocument/2006/relationships/slide" Target="/ppt/slides/slide13.xml" Id="R9d2cd4ee21ad420e" /><Relationship Type="http://schemas.openxmlformats.org/officeDocument/2006/relationships/slide" Target="/ppt/slides/slide14.xml" Id="R1e55053e373847d8" /><Relationship Type="http://schemas.openxmlformats.org/officeDocument/2006/relationships/slide" Target="/ppt/slides/slide15.xml" Id="R074b69fe4f624322" /><Relationship Type="http://schemas.openxmlformats.org/officeDocument/2006/relationships/slide" Target="/ppt/slides/slide16.xml" Id="Ra9a25896993c424e" /><Relationship Type="http://schemas.openxmlformats.org/officeDocument/2006/relationships/slide" Target="/ppt/slides/slide17.xml" Id="R8506fb9d50494c9b" /><Relationship Type="http://schemas.openxmlformats.org/officeDocument/2006/relationships/slide" Target="/ppt/slides/slide18.xml" Id="R0ae2806893c247d1" /><Relationship Type="http://schemas.openxmlformats.org/officeDocument/2006/relationships/slide" Target="/ppt/slides/slide19.xml" Id="Rcf6b04f1b7704945" /><Relationship Type="http://schemas.openxmlformats.org/officeDocument/2006/relationships/slide" Target="/ppt/slides/slide20.xml" Id="Rbe225f1907bb46aa" /><Relationship Type="http://schemas.openxmlformats.org/officeDocument/2006/relationships/slide" Target="/ppt/slides/slide21.xml" Id="R5fff2ecb406f45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66b87d308a40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de9afa0c8d4270" /><Relationship Type="http://schemas.openxmlformats.org/officeDocument/2006/relationships/notesMaster" Target="/ppt/notesMasters/notesMaster1.xml" Id="R1c3ac1d8d2ba46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0000b679c94532" /><Relationship Type="http://schemas.openxmlformats.org/officeDocument/2006/relationships/notesMaster" Target="/ppt/notesMasters/notesMaster1.xml" Id="R6fea9415f1014a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992a2df59e4205" /><Relationship Type="http://schemas.openxmlformats.org/officeDocument/2006/relationships/notesMaster" Target="/ppt/notesMasters/notesMaster1.xml" Id="R7a5120f575ea44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001139616e4c71" /><Relationship Type="http://schemas.openxmlformats.org/officeDocument/2006/relationships/notesMaster" Target="/ppt/notesMasters/notesMaster1.xml" Id="R5a6048f9cb5843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4091d825c94db3" /><Relationship Type="http://schemas.openxmlformats.org/officeDocument/2006/relationships/notesMaster" Target="/ppt/notesMasters/notesMaster1.xml" Id="R80d6375f7d0f49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6e86d0c6114dc1" /><Relationship Type="http://schemas.openxmlformats.org/officeDocument/2006/relationships/notesMaster" Target="/ppt/notesMasters/notesMaster1.xml" Id="R4ce9985d8d7b47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efcc99ed364e35" /><Relationship Type="http://schemas.openxmlformats.org/officeDocument/2006/relationships/notesMaster" Target="/ppt/notesMasters/notesMaster1.xml" Id="R50fea2dc14e842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4294500b3c40dd" /><Relationship Type="http://schemas.openxmlformats.org/officeDocument/2006/relationships/notesMaster" Target="/ppt/notesMasters/notesMaster1.xml" Id="R9be7e86eeccd49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c1966fabbe4e86" /><Relationship Type="http://schemas.openxmlformats.org/officeDocument/2006/relationships/notesMaster" Target="/ppt/notesMasters/notesMaster1.xml" Id="Rb9cff6746bbe4f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d08f3fbc6844c4" /><Relationship Type="http://schemas.openxmlformats.org/officeDocument/2006/relationships/notesMaster" Target="/ppt/notesMasters/notesMaster1.xml" Id="R7ae04322f3304b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2f71a0edc74f45" /><Relationship Type="http://schemas.openxmlformats.org/officeDocument/2006/relationships/notesMaster" Target="/ppt/notesMasters/notesMaster1.xml" Id="R465baeec0c0340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52b6353bcf4a24" /><Relationship Type="http://schemas.openxmlformats.org/officeDocument/2006/relationships/notesMaster" Target="/ppt/notesMasters/notesMaster1.xml" Id="R8509c2deee5b49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75b9c2368d4d0a" /><Relationship Type="http://schemas.openxmlformats.org/officeDocument/2006/relationships/notesMaster" Target="/ppt/notesMasters/notesMaster1.xml" Id="R8272540dbccf43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8d1a778e024d13" /><Relationship Type="http://schemas.openxmlformats.org/officeDocument/2006/relationships/notesMaster" Target="/ppt/notesMasters/notesMaster1.xml" Id="R4b2e8d0ab46d474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37d1fd613014d67" /><Relationship Type="http://schemas.openxmlformats.org/officeDocument/2006/relationships/notesMaster" Target="/ppt/notesMasters/notesMaster1.xml" Id="R331093fda7b641f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fb3e7c86f0b4ca7" /><Relationship Type="http://schemas.openxmlformats.org/officeDocument/2006/relationships/notesMaster" Target="/ppt/notesMasters/notesMaster1.xml" Id="Re3b4502a62344db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2fcf0d09cde49b9" /><Relationship Type="http://schemas.openxmlformats.org/officeDocument/2006/relationships/notesMaster" Target="/ppt/notesMasters/notesMaster1.xml" Id="R1e7908fd1ff24e2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681f88617304555" /><Relationship Type="http://schemas.openxmlformats.org/officeDocument/2006/relationships/notesMaster" Target="/ppt/notesMasters/notesMaster1.xml" Id="R88a0c6bc980e426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6cc0a8d10a4a9e" /><Relationship Type="http://schemas.openxmlformats.org/officeDocument/2006/relationships/notesMaster" Target="/ppt/notesMasters/notesMaster1.xml" Id="R81845ffea4484f6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46b9f387f434bd6" /><Relationship Type="http://schemas.openxmlformats.org/officeDocument/2006/relationships/notesMaster" Target="/ppt/notesMasters/notesMaster1.xml" Id="R1b11fd27fff2471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436119a72bc4323" /><Relationship Type="http://schemas.openxmlformats.org/officeDocument/2006/relationships/notesMaster" Target="/ppt/notesMasters/notesMaster1.xml" Id="Rcfe66148e71748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outline: docs/ppt/Fanora_展示文稿题纲.md</a:t>
            </a:r>
          </a:p>
          <a:p xmlns:a="http://schemas.openxmlformats.org/drawingml/2006/main">
            <a:r>
              <a:t>- Product UI and brand assets: local Fanora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outline: docs/ppt/Fanora_展示文稿题纲.md</a:t>
            </a:r>
          </a:p>
          <a:p xmlns:a="http://schemas.openxmlformats.org/drawingml/2006/main">
            <a:r>
              <a:t>- Product UI and brand assets: local Fanora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outline: docs/ppt/Fanora_展示文稿题纲.md</a:t>
            </a:r>
          </a:p>
          <a:p xmlns:a="http://schemas.openxmlformats.org/drawingml/2006/main">
            <a:r>
              <a:t>- Product UI and brand assets: local Fanora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outline: docs/ppt/Fanora_展示文稿题纲.md</a:t>
            </a:r>
          </a:p>
          <a:p xmlns:a="http://schemas.openxmlformats.org/drawingml/2006/main">
            <a:r>
              <a:t>- Product UI and brand assets: local Fanora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outline: docs/ppt/Fanora_展示文稿题纲.md</a:t>
            </a:r>
          </a:p>
          <a:p xmlns:a="http://schemas.openxmlformats.org/drawingml/2006/main">
            <a:r>
              <a:t>- Product UI and brand assets: local Fanora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outline: docs/ppt/Fanora_展示文稿题纲.md</a:t>
            </a:r>
          </a:p>
          <a:p xmlns:a="http://schemas.openxmlformats.org/drawingml/2006/main">
            <a:r>
              <a:t>- Product UI and brand assets: local Fanora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outline: docs/ppt/Fanora_展示文稿题纲.md</a:t>
            </a:r>
          </a:p>
          <a:p xmlns:a="http://schemas.openxmlformats.org/drawingml/2006/main">
            <a:r>
              <a:t>- Product UI and brand assets: local Fanora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outline: docs/ppt/Fanora_展示文稿题纲.md</a:t>
            </a:r>
          </a:p>
          <a:p xmlns:a="http://schemas.openxmlformats.org/drawingml/2006/main">
            <a:r>
              <a:t>- Product UI and brand assets: local Fanora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outline: docs/ppt/Fanora_展示文稿题纲.md</a:t>
            </a:r>
          </a:p>
          <a:p xmlns:a="http://schemas.openxmlformats.org/drawingml/2006/main">
            <a:r>
              <a:t>- Product UI and brand assets: local Fanora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outline: docs/ppt/Fanora_展示文稿题纲.md</a:t>
            </a:r>
          </a:p>
          <a:p xmlns:a="http://schemas.openxmlformats.org/drawingml/2006/main">
            <a:r>
              <a:t>- Product UI and brand assets: local Fanora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outline: docs/ppt/Fanora_展示文稿题纲.md</a:t>
            </a:r>
          </a:p>
          <a:p xmlns:a="http://schemas.openxmlformats.org/drawingml/2006/main">
            <a:r>
              <a:t>- Product UI and brand assets: local Fanora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outline: docs/ppt/Fanora_展示文稿题纲.md</a:t>
            </a:r>
          </a:p>
          <a:p xmlns:a="http://schemas.openxmlformats.org/drawingml/2006/main">
            <a:r>
              <a:t>- Product UI and brand assets: local Fanora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outline: docs/ppt/Fanora_展示文稿题纲.md</a:t>
            </a:r>
          </a:p>
          <a:p xmlns:a="http://schemas.openxmlformats.org/drawingml/2006/main">
            <a:r>
              <a:t>- Product UI and brand assets: local Fanora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outline: docs/ppt/Fanora_展示文稿题纲.md</a:t>
            </a:r>
          </a:p>
          <a:p xmlns:a="http://schemas.openxmlformats.org/drawingml/2006/main">
            <a:r>
              <a:t>- Product UI and brand assets: local Fanora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outline: docs/ppt/Fanora_展示文稿题纲.md</a:t>
            </a:r>
          </a:p>
          <a:p xmlns:a="http://schemas.openxmlformats.org/drawingml/2006/main">
            <a:r>
              <a:t>- Product UI and brand assets: local Fanora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outline: docs/ppt/Fanora_展示文稿题纲.md</a:t>
            </a:r>
          </a:p>
          <a:p xmlns:a="http://schemas.openxmlformats.org/drawingml/2006/main">
            <a:r>
              <a:t>- Product UI and brand assets: local Fanora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outline: docs/ppt/Fanora_展示文稿题纲.md</a:t>
            </a:r>
          </a:p>
          <a:p xmlns:a="http://schemas.openxmlformats.org/drawingml/2006/main">
            <a:r>
              <a:t>- Product UI and brand assets: local Fanora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outline: docs/ppt/Fanora_展示文稿题纲.md</a:t>
            </a:r>
          </a:p>
          <a:p xmlns:a="http://schemas.openxmlformats.org/drawingml/2006/main">
            <a:r>
              <a:t>- Product UI and brand assets: local Fanora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outline: docs/ppt/Fanora_展示文稿题纲.md</a:t>
            </a:r>
          </a:p>
          <a:p xmlns:a="http://schemas.openxmlformats.org/drawingml/2006/main">
            <a:r>
              <a:t>- Product UI and brand assets: local Fanora repository</a:t>
            </a:r>
          </a:p>
          <a:p xmlns:a="http://schemas.openxmlformats.org/drawingml/2006/main">
            <a:r>
              <a:t>- Monad network reference: https://docs.monad.xyz/developer-essentials/network-information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outline: docs/ppt/Fanora_展示文稿题纲.md</a:t>
            </a:r>
          </a:p>
          <a:p xmlns:a="http://schemas.openxmlformats.org/drawingml/2006/main">
            <a:r>
              <a:t>- Product UI and brand assets: local Fanora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outline: docs/ppt/Fanora_展示文稿题纲.md</a:t>
            </a:r>
          </a:p>
          <a:p xmlns:a="http://schemas.openxmlformats.org/drawingml/2006/main">
            <a:r>
              <a:t>- Product UI and brand assets: local Fanora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d50d9b627b4a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ed4b3b4a8f4c0f" /><Relationship Type="http://schemas.openxmlformats.org/officeDocument/2006/relationships/slideLayout" Target="/ppt/slideLayouts/slideLayout1.xml" Id="R19a6977825d14f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a6977825d14f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6eec513f347d4" /><Relationship Type="http://schemas.openxmlformats.org/officeDocument/2006/relationships/image" Target="/ppt/media/image.png" Id="Rd29971e8bcb4482c" /><Relationship Type="http://schemas.openxmlformats.org/officeDocument/2006/relationships/notesSlide" Target="/ppt/notesSlides/notesSlide1.xml" Id="R5bd243f1163044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09b2399064969" /><Relationship Type="http://schemas.openxmlformats.org/officeDocument/2006/relationships/image" Target="/ppt/media/image2.png" Id="Re1bce2e22fbf4bba" /><Relationship Type="http://schemas.openxmlformats.org/officeDocument/2006/relationships/notesSlide" Target="/ppt/notesSlides/notesSlide2.xml" Id="R060ce0f967b24e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a9d538fa24aca" /><Relationship Type="http://schemas.openxmlformats.org/officeDocument/2006/relationships/image" Target="/ppt/media/image3.png" Id="R5396690a60db4ecb" /><Relationship Type="http://schemas.openxmlformats.org/officeDocument/2006/relationships/notesSlide" Target="/ppt/notesSlides/notesSlide3.xml" Id="R5e75b77ef2af4f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b170fe1c94261" /><Relationship Type="http://schemas.openxmlformats.org/officeDocument/2006/relationships/image" Target="/ppt/media/image4.png" Id="Rd4c38b9a543b4413" /><Relationship Type="http://schemas.openxmlformats.org/officeDocument/2006/relationships/notesSlide" Target="/ppt/notesSlides/notesSlide4.xml" Id="R781cc403aee74b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64848d819472c" /><Relationship Type="http://schemas.openxmlformats.org/officeDocument/2006/relationships/image" Target="/ppt/media/image5.png" Id="R7bdbff7222a2482a" /><Relationship Type="http://schemas.openxmlformats.org/officeDocument/2006/relationships/notesSlide" Target="/ppt/notesSlides/notesSlide5.xml" Id="R88a158852cc341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c92401e424e01" /><Relationship Type="http://schemas.openxmlformats.org/officeDocument/2006/relationships/image" Target="/ppt/media/image6.png" Id="Rd83415cfac6449fd" /><Relationship Type="http://schemas.openxmlformats.org/officeDocument/2006/relationships/notesSlide" Target="/ppt/notesSlides/notesSlide6.xml" Id="R8341a3b622d343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19994f51b4cd6" /><Relationship Type="http://schemas.openxmlformats.org/officeDocument/2006/relationships/image" Target="/ppt/media/image7.png" Id="Ra55ad671c8de42e5" /><Relationship Type="http://schemas.openxmlformats.org/officeDocument/2006/relationships/notesSlide" Target="/ppt/notesSlides/notesSlide7.xml" Id="R5b1e1f734f584e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b41ec59e0461d" /><Relationship Type="http://schemas.openxmlformats.org/officeDocument/2006/relationships/image" Target="/ppt/media/image8.png" Id="R67c6b5a012ed4b45" /><Relationship Type="http://schemas.openxmlformats.org/officeDocument/2006/relationships/notesSlide" Target="/ppt/notesSlides/notesSlide8.xml" Id="Rb1452c1b4c1042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4c427a34c4c73" /><Relationship Type="http://schemas.openxmlformats.org/officeDocument/2006/relationships/image" Target="/ppt/media/image9.png" Id="R7a1ce6e9ae3b4ca1" /><Relationship Type="http://schemas.openxmlformats.org/officeDocument/2006/relationships/notesSlide" Target="/ppt/notesSlides/notesSlide9.xml" Id="R61fd830fa2eb49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ad2d448fa4ad8" /><Relationship Type="http://schemas.openxmlformats.org/officeDocument/2006/relationships/image" Target="/ppt/media/image10.png" Id="R95a10b091c654017" /><Relationship Type="http://schemas.openxmlformats.org/officeDocument/2006/relationships/notesSlide" Target="/ppt/notesSlides/notesSlide10.xml" Id="R0ca595b8fa1342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2d515214f499c" /><Relationship Type="http://schemas.openxmlformats.org/officeDocument/2006/relationships/image" Target="/ppt/media/image11.png" Id="R26d7ba206a144c72" /><Relationship Type="http://schemas.openxmlformats.org/officeDocument/2006/relationships/notesSlide" Target="/ppt/notesSlides/notesSlide11.xml" Id="R77c2c957731b46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50d2e8d36464b" /><Relationship Type="http://schemas.openxmlformats.org/officeDocument/2006/relationships/image" Target="/ppt/media/image12.png" Id="Re2c61bc783f44c14" /><Relationship Type="http://schemas.openxmlformats.org/officeDocument/2006/relationships/notesSlide" Target="/ppt/notesSlides/notesSlide12.xml" Id="R1799fbdf54e14d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339b9f5f54e2b" /><Relationship Type="http://schemas.openxmlformats.org/officeDocument/2006/relationships/image" Target="/ppt/media/image13.png" Id="Red5fd4b15013451a" /><Relationship Type="http://schemas.openxmlformats.org/officeDocument/2006/relationships/notesSlide" Target="/ppt/notesSlides/notesSlide13.xml" Id="Rd04b4c9f382e43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7f5fef73146ac" /><Relationship Type="http://schemas.openxmlformats.org/officeDocument/2006/relationships/image" Target="/ppt/media/image14.png" Id="Re5d7bc0f010448e5" /><Relationship Type="http://schemas.openxmlformats.org/officeDocument/2006/relationships/notesSlide" Target="/ppt/notesSlides/notesSlide14.xml" Id="R3b9bae3b04c94d6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1d8ec5e6043dc" /><Relationship Type="http://schemas.openxmlformats.org/officeDocument/2006/relationships/image" Target="/ppt/media/image15.png" Id="R800c44e0eba546d6" /><Relationship Type="http://schemas.openxmlformats.org/officeDocument/2006/relationships/notesSlide" Target="/ppt/notesSlides/notesSlide15.xml" Id="R0c2a345a8aba4f1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7335df9fd4abf" /><Relationship Type="http://schemas.openxmlformats.org/officeDocument/2006/relationships/image" Target="/ppt/media/image16.png" Id="R667350c1ef4f41bc" /><Relationship Type="http://schemas.openxmlformats.org/officeDocument/2006/relationships/notesSlide" Target="/ppt/notesSlides/notesSlide16.xml" Id="R1e16fe5b563d4d2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6d41f052d49f2" /><Relationship Type="http://schemas.openxmlformats.org/officeDocument/2006/relationships/image" Target="/ppt/media/image17.png" Id="Rf367cd4e63534a49" /><Relationship Type="http://schemas.openxmlformats.org/officeDocument/2006/relationships/notesSlide" Target="/ppt/notesSlides/notesSlide17.xml" Id="R0e86d72777d94b7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b21b5ad6145ff" /><Relationship Type="http://schemas.openxmlformats.org/officeDocument/2006/relationships/image" Target="/ppt/media/image18.png" Id="Rec592c70690f4e97" /><Relationship Type="http://schemas.openxmlformats.org/officeDocument/2006/relationships/notesSlide" Target="/ppt/notesSlides/notesSlide18.xml" Id="R2ff222ad8dd4485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f4664d55d4758" /><Relationship Type="http://schemas.openxmlformats.org/officeDocument/2006/relationships/image" Target="/ppt/media/image19.png" Id="Rb51c7f372e1c42d2" /><Relationship Type="http://schemas.openxmlformats.org/officeDocument/2006/relationships/notesSlide" Target="/ppt/notesSlides/notesSlide19.xml" Id="Re14c4fb0508143b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ea040406940cf" /><Relationship Type="http://schemas.openxmlformats.org/officeDocument/2006/relationships/image" Target="/ppt/media/image20.png" Id="R71a6d576810a4af1" /><Relationship Type="http://schemas.openxmlformats.org/officeDocument/2006/relationships/notesSlide" Target="/ppt/notesSlides/notesSlide20.xml" Id="R5df7044515e04c0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91d1956cf4f03" /><Relationship Type="http://schemas.openxmlformats.org/officeDocument/2006/relationships/image" Target="/ppt/media/image21.png" Id="Rd23a60a00d0547ad" /><Relationship Type="http://schemas.openxmlformats.org/officeDocument/2006/relationships/notesSlide" Target="/ppt/notesSlides/notesSlide21.xml" Id="Re04fcd06d40840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1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971e8bcb4482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4175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11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ce2e22fbf4bb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320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11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6690a60db4e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4714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11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38b9a543b44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6620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11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bff7222a248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0147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11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415cfac6449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1145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11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ad671c8de42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469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11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6b5a012ed4b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9293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11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ce6e9ae3b4c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9349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11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10b091c65401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4700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11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7ba206a144c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3775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11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61bc783f44c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6597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211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fd4b1501345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1084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11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7bc0f010448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989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11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c44e0eba546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772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211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350c1ef4f41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226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211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7cd4e63534a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9061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211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92c70690f4e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5838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211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c7f372e1c42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25725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211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6d576810a4a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1470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211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a60a00d0547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2841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2026-08-04T05:39:50.9950000Z</dcterms:created>
  <dcterms:modified xsi:type="dcterms:W3CDTF">2026-08-04T05:39:50.9950000Z</dcterms:modified>
</coreProperties>
</file>